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999BE-6038-9DAA-9F1A-F298BD757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5AC8B0-14B1-EBFA-9FCA-68812E0F5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4E4C8-4B44-76C2-7D75-131DEC803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C668-878E-4455-9316-3093DD1FD592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071AC-F900-4300-25FE-6B560342E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7F92F-A6DF-80EA-EFBE-11DBF8926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C3EE9-254E-4827-8589-55F954FF46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06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EE956-A487-ADA6-A5A1-D169E262D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55C78-2315-A53C-10BD-85B974BF8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2A984-9A02-702F-E80C-E4E3B6BF6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C668-878E-4455-9316-3093DD1FD592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39294-E56E-1E62-25AB-3DC42DC15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F1639-F519-512D-7684-75CE73D1A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C3EE9-254E-4827-8589-55F954FF46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9795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CDADD-A2C1-71E6-8E90-D5285D3D5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94F8B-555C-99D8-3FE5-F4A923596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83CE8-12F7-68E3-B9DD-8CAD463A6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C668-878E-4455-9316-3093DD1FD592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78489-6974-007A-BBAD-AB57A9058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DF9A2-240B-7E92-5604-043A6143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C3EE9-254E-4827-8589-55F954FF46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7327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BCFEF-C2EB-E088-BF5F-EE85FFEFE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0A663-5DF9-3619-732A-8C167F5D4C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BFFFE8-1BA5-45F9-0FDC-85AE096574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978D6-BD9A-8351-7F85-FD44D4971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C668-878E-4455-9316-3093DD1FD592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DE1D1-C1B0-B372-1FE2-E2A7FABCD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CC6C2-4034-F908-F435-46F26467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C3EE9-254E-4827-8589-55F954FF46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895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5B971-4407-9D0F-0E3A-17F05C071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C0AA3-40DD-30A5-826A-EA0E30325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34A9EA-A9B8-79DB-3B11-288510655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950F8A-C11B-3DD7-72DA-F6AC1E01AE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3003C9-9566-1C08-E9DB-B6F9517100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25D580-0263-4C68-9BFC-26E597A32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C668-878E-4455-9316-3093DD1FD592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933094-C783-070A-2810-25B3EB66D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4C2444-9D66-552A-CEFA-1427F3046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C3EE9-254E-4827-8589-55F954FF46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4327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937B6-6996-4DD8-9ADB-1D7EB9090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DC0891-7792-02F5-B000-9032F2E55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C668-878E-4455-9316-3093DD1FD592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B04EA1-89A0-3315-0C19-8950997BE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036E13-73B8-4B91-DE38-A25F77A7B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C3EE9-254E-4827-8589-55F954FF46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6669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4F87E9-B762-D348-1425-B3C03ADA5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C668-878E-4455-9316-3093DD1FD592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BA8B39-503B-4611-9A6B-DCFDF7D01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72DA5-199E-47AD-6776-8E3BED71A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C3EE9-254E-4827-8589-55F954FF46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9736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DA487-95FF-426E-3913-BE8C3C17B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995A1-B7D7-6687-3493-264A8A8D8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2AB1E2-D08E-5B42-12F5-D5E65D722C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17823-4E1F-694F-7084-107B76EF2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C668-878E-4455-9316-3093DD1FD592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D1714-737E-4F35-FF89-1C71CC766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974F12-4E9C-4DC3-819F-1F0E563F9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C3EE9-254E-4827-8589-55F954FF46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658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FB78A-69FC-9609-4989-83B8F1661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00440D-4157-2B2B-4203-8EA6A7903B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A8808B-8442-F2CC-2465-000A88CAD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1672E-AA67-65ED-EF2A-9E7509F2B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C668-878E-4455-9316-3093DD1FD592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356E8-A329-32F1-CCE1-138A43261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441A3-F39C-802D-F046-F3B085106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C3EE9-254E-4827-8589-55F954FF46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4279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263C1-0430-8509-876B-EAC9F6B6B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F29949-D5F6-0B85-5955-C5A1AAD68F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F21E1-EDE4-96D5-1A37-CE519CE70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C668-878E-4455-9316-3093DD1FD592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CBDAF-B86B-988D-944F-2612025D1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D7DBF-2199-2682-4DC4-6F65C4370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C3EE9-254E-4827-8589-55F954FF46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6566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6EB294-38B7-E773-C9D0-9749DF1FF5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8DD299-B1B9-2F29-B144-F6373160AC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0DB8D-B9F2-E2F5-60FA-9924A88E4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C668-878E-4455-9316-3093DD1FD592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D6F8E-A4B2-B3DA-D513-52F8C626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627CF-D2D4-8505-A801-7A659BBAF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C3EE9-254E-4827-8589-55F954FF46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2702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394B6C-AE4F-837A-D10C-B28D399AD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B9045-C680-8A96-EEEA-E89506C6C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1C729-F20F-9FD8-F9BC-E663575E86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44C668-878E-4455-9316-3093DD1FD592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0E846-67FB-3104-F836-F334112438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C804C-C458-E7B5-6775-3923BF1BE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C3EE9-254E-4827-8589-55F954FF46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7084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1A55E-D8E6-6CB8-8D61-073EFDFE5A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Description of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BDBF7E-7153-90FB-C21E-1AD5B87645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Audio visual zooming in real time</a:t>
            </a:r>
          </a:p>
          <a:p>
            <a:r>
              <a:rPr lang="en-AU" dirty="0"/>
              <a:t>Isolate targeted sources </a:t>
            </a:r>
          </a:p>
        </p:txBody>
      </p:sp>
    </p:spTree>
    <p:extLst>
      <p:ext uri="{BB962C8B-B14F-4D97-AF65-F5344CB8AC3E}">
        <p14:creationId xmlns:p14="http://schemas.microsoft.com/office/powerpoint/2010/main" val="3157279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527628-F569-6F5F-17EA-EAF983838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AU" sz="5400"/>
              <a:t>Requirements &amp; setup</a:t>
            </a:r>
          </a:p>
        </p:txBody>
      </p:sp>
      <p:sp>
        <p:nvSpPr>
          <p:cNvPr id="103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B1E9C-824F-AB7E-8EA1-FDF2E74DD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 fontScale="92500" lnSpcReduction="10000"/>
          </a:bodyPr>
          <a:lstStyle/>
          <a:p>
            <a:r>
              <a:rPr lang="en-AU" sz="2200" dirty="0"/>
              <a:t>2 mics  8cm apart   16khz sampling rate</a:t>
            </a:r>
          </a:p>
          <a:p>
            <a:r>
              <a:rPr lang="en-AU" sz="2200" dirty="0"/>
              <a:t>Target 90deg   interference at 40 deg</a:t>
            </a:r>
          </a:p>
          <a:p>
            <a:r>
              <a:rPr lang="en-AU" sz="2200" dirty="0"/>
              <a:t>Source male speech</a:t>
            </a:r>
          </a:p>
          <a:p>
            <a:r>
              <a:rPr lang="en-AU" sz="2200" dirty="0"/>
              <a:t>Interference female speech</a:t>
            </a:r>
          </a:p>
          <a:p>
            <a:r>
              <a:rPr lang="en-AU" sz="2200" dirty="0"/>
              <a:t>Task 3 has speakers setup for</a:t>
            </a:r>
          </a:p>
          <a:p>
            <a:r>
              <a:rPr lang="en-AU" sz="2200" dirty="0"/>
              <a:t>Additive noise from mics</a:t>
            </a:r>
          </a:p>
          <a:p>
            <a:r>
              <a:rPr lang="en-AU" sz="2200" dirty="0"/>
              <a:t>Evaluated by OSINR, STOI, PESQ</a:t>
            </a:r>
          </a:p>
          <a:p>
            <a:endParaRPr lang="en-AU" sz="2200" dirty="0"/>
          </a:p>
          <a:p>
            <a:pPr marL="0" indent="0">
              <a:buNone/>
            </a:pPr>
            <a:endParaRPr lang="en-AU" sz="2200" dirty="0"/>
          </a:p>
          <a:p>
            <a:endParaRPr lang="en-AU" sz="2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4B5CCFE-A7E4-CA8F-FC73-7C87C25DEF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" b="9570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7289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52C57-DF45-9023-4E63-8699E34ED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Overview of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324C6-2F9B-E499-12E7-187648907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08839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3D6F9-ED81-851C-5823-F418617BD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Filtering Process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DF716-9297-85BC-3516-A03182C5A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6854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37BBA-298F-41E9-25C2-C4FE574B9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5453A-90EA-649C-6122-9C6C1CA33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031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57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Description of problem</vt:lpstr>
      <vt:lpstr>Requirements &amp; setup</vt:lpstr>
      <vt:lpstr>Overview of the system</vt:lpstr>
      <vt:lpstr>Filtering Process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Damian James Nance (Student)</dc:creator>
  <cp:lastModifiedBy>Damian James Nance (Student)</cp:lastModifiedBy>
  <cp:revision>1</cp:revision>
  <dcterms:created xsi:type="dcterms:W3CDTF">2025-12-01T02:37:23Z</dcterms:created>
  <dcterms:modified xsi:type="dcterms:W3CDTF">2025-12-01T05:04:15Z</dcterms:modified>
</cp:coreProperties>
</file>